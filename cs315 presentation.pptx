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73" r:id="rId2"/>
    <p:sldId id="274" r:id="rId3"/>
    <p:sldId id="275" r:id="rId4"/>
    <p:sldId id="267" r:id="rId5"/>
    <p:sldId id="268" r:id="rId6"/>
    <p:sldId id="269" r:id="rId7"/>
    <p:sldId id="270" r:id="rId8"/>
    <p:sldId id="271" r:id="rId9"/>
    <p:sldId id="272" r:id="rId10"/>
    <p:sldId id="256" r:id="rId11"/>
    <p:sldId id="257" r:id="rId12"/>
    <p:sldId id="258" r:id="rId13"/>
    <p:sldId id="259" r:id="rId14"/>
    <p:sldId id="260" r:id="rId15"/>
    <p:sldId id="261" r:id="rId16"/>
    <p:sldId id="276" r:id="rId17"/>
    <p:sldId id="277" r:id="rId18"/>
    <p:sldId id="278" r:id="rId19"/>
    <p:sldId id="279" r:id="rId20"/>
    <p:sldId id="280" r:id="rId21"/>
    <p:sldId id="281" r:id="rId22"/>
    <p:sldId id="262" r:id="rId23"/>
    <p:sldId id="263" r:id="rId24"/>
    <p:sldId id="264" r:id="rId25"/>
    <p:sldId id="265" r:id="rId26"/>
    <p:sldId id="266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2FCDF1-088B-4D4D-AD6F-F0E5CA429E3E}" v="5" dt="2025-12-16T06:42:08.0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Abdullah" userId="59987cd6e9443b42" providerId="LiveId" clId="{6C8D7C4C-22A2-4BD2-A86D-DE8887743917}"/>
    <pc:docChg chg="undo custSel addSld modSld sldOrd">
      <pc:chgData name="Mohammed Abdullah" userId="59987cd6e9443b42" providerId="LiveId" clId="{6C8D7C4C-22A2-4BD2-A86D-DE8887743917}" dt="2025-12-16T06:42:19.291" v="115" actId="20577"/>
      <pc:docMkLst>
        <pc:docMk/>
      </pc:docMkLst>
      <pc:sldChg chg="modSp add mod ord setBg">
        <pc:chgData name="Mohammed Abdullah" userId="59987cd6e9443b42" providerId="LiveId" clId="{6C8D7C4C-22A2-4BD2-A86D-DE8887743917}" dt="2025-12-16T06:40:30.806" v="76" actId="1076"/>
        <pc:sldMkLst>
          <pc:docMk/>
          <pc:sldMk cId="3261453589" sldId="267"/>
        </pc:sldMkLst>
        <pc:spChg chg="mod">
          <ac:chgData name="Mohammed Abdullah" userId="59987cd6e9443b42" providerId="LiveId" clId="{6C8D7C4C-22A2-4BD2-A86D-DE8887743917}" dt="2025-12-16T06:39:54.345" v="65" actId="1076"/>
          <ac:spMkLst>
            <pc:docMk/>
            <pc:sldMk cId="3261453589" sldId="267"/>
            <ac:spMk id="6" creationId="{6F562792-F337-BF5E-2901-73DB59DE3F8E}"/>
          </ac:spMkLst>
        </pc:spChg>
        <pc:spChg chg="mod">
          <ac:chgData name="Mohammed Abdullah" userId="59987cd6e9443b42" providerId="LiveId" clId="{6C8D7C4C-22A2-4BD2-A86D-DE8887743917}" dt="2025-12-16T06:39:56.634" v="66" actId="1076"/>
          <ac:spMkLst>
            <pc:docMk/>
            <pc:sldMk cId="3261453589" sldId="267"/>
            <ac:spMk id="11" creationId="{A40F6280-6D28-41C1-FA7E-BEEED1FC604F}"/>
          </ac:spMkLst>
        </pc:spChg>
        <pc:spChg chg="mod">
          <ac:chgData name="Mohammed Abdullah" userId="59987cd6e9443b42" providerId="LiveId" clId="{6C8D7C4C-22A2-4BD2-A86D-DE8887743917}" dt="2025-12-16T06:40:27.503" v="74" actId="1076"/>
          <ac:spMkLst>
            <pc:docMk/>
            <pc:sldMk cId="3261453589" sldId="267"/>
            <ac:spMk id="14" creationId="{8AC4CD56-A068-AB85-0E30-B2E1AFFADB72}"/>
          </ac:spMkLst>
        </pc:spChg>
        <pc:spChg chg="mod">
          <ac:chgData name="Mohammed Abdullah" userId="59987cd6e9443b42" providerId="LiveId" clId="{6C8D7C4C-22A2-4BD2-A86D-DE8887743917}" dt="2025-12-16T06:40:20.511" v="72" actId="1076"/>
          <ac:spMkLst>
            <pc:docMk/>
            <pc:sldMk cId="3261453589" sldId="267"/>
            <ac:spMk id="23" creationId="{6ABE3EB6-9327-D98F-6027-FB71C97E4186}"/>
          </ac:spMkLst>
        </pc:spChg>
        <pc:spChg chg="mod">
          <ac:chgData name="Mohammed Abdullah" userId="59987cd6e9443b42" providerId="LiveId" clId="{6C8D7C4C-22A2-4BD2-A86D-DE8887743917}" dt="2025-12-16T06:39:58.711" v="67" actId="1076"/>
          <ac:spMkLst>
            <pc:docMk/>
            <pc:sldMk cId="3261453589" sldId="267"/>
            <ac:spMk id="26" creationId="{B78B54AA-23A6-908A-480A-8C81729BD9A8}"/>
          </ac:spMkLst>
        </pc:spChg>
        <pc:spChg chg="mod">
          <ac:chgData name="Mohammed Abdullah" userId="59987cd6e9443b42" providerId="LiveId" clId="{6C8D7C4C-22A2-4BD2-A86D-DE8887743917}" dt="2025-12-16T06:40:23.238" v="73" actId="1076"/>
          <ac:spMkLst>
            <pc:docMk/>
            <pc:sldMk cId="3261453589" sldId="267"/>
            <ac:spMk id="27" creationId="{39F42D1B-5D61-1B1D-6C82-2A53186AB934}"/>
          </ac:spMkLst>
        </pc:spChg>
        <pc:picChg chg="mod">
          <ac:chgData name="Mohammed Abdullah" userId="59987cd6e9443b42" providerId="LiveId" clId="{6C8D7C4C-22A2-4BD2-A86D-DE8887743917}" dt="2025-12-16T06:31:35.958" v="18" actId="1076"/>
          <ac:picMkLst>
            <pc:docMk/>
            <pc:sldMk cId="3261453589" sldId="267"/>
            <ac:picMk id="8" creationId="{8907415A-90B7-934C-ABDB-74592F9B00D6}"/>
          </ac:picMkLst>
        </pc:picChg>
        <pc:picChg chg="mod">
          <ac:chgData name="Mohammed Abdullah" userId="59987cd6e9443b42" providerId="LiveId" clId="{6C8D7C4C-22A2-4BD2-A86D-DE8887743917}" dt="2025-12-16T06:40:30.806" v="76" actId="1076"/>
          <ac:picMkLst>
            <pc:docMk/>
            <pc:sldMk cId="3261453589" sldId="267"/>
            <ac:picMk id="29" creationId="{2B89B46A-F118-8E10-45F9-5331BE240D79}"/>
          </ac:picMkLst>
        </pc:picChg>
      </pc:sldChg>
      <pc:sldChg chg="modSp add mod ord">
        <pc:chgData name="Mohammed Abdullah" userId="59987cd6e9443b42" providerId="LiveId" clId="{6C8D7C4C-22A2-4BD2-A86D-DE8887743917}" dt="2025-12-16T06:32:42.595" v="30" actId="1076"/>
        <pc:sldMkLst>
          <pc:docMk/>
          <pc:sldMk cId="2075094311" sldId="268"/>
        </pc:sldMkLst>
        <pc:spChg chg="mod">
          <ac:chgData name="Mohammed Abdullah" userId="59987cd6e9443b42" providerId="LiveId" clId="{6C8D7C4C-22A2-4BD2-A86D-DE8887743917}" dt="2025-12-16T06:32:42.595" v="30" actId="1076"/>
          <ac:spMkLst>
            <pc:docMk/>
            <pc:sldMk cId="2075094311" sldId="268"/>
            <ac:spMk id="2" creationId="{00000000-0000-0000-0000-000000000000}"/>
          </ac:spMkLst>
        </pc:spChg>
        <pc:picChg chg="mod">
          <ac:chgData name="Mohammed Abdullah" userId="59987cd6e9443b42" providerId="LiveId" clId="{6C8D7C4C-22A2-4BD2-A86D-DE8887743917}" dt="2025-12-16T06:32:37.869" v="29" actId="1076"/>
          <ac:picMkLst>
            <pc:docMk/>
            <pc:sldMk cId="2075094311" sldId="268"/>
            <ac:picMk id="3" creationId="{00000000-0000-0000-0000-000000000000}"/>
          </ac:picMkLst>
        </pc:picChg>
      </pc:sldChg>
      <pc:sldChg chg="delSp modSp add mod ord setBg delDesignElem">
        <pc:chgData name="Mohammed Abdullah" userId="59987cd6e9443b42" providerId="LiveId" clId="{6C8D7C4C-22A2-4BD2-A86D-DE8887743917}" dt="2025-12-16T06:30:41.458" v="7" actId="1076"/>
        <pc:sldMkLst>
          <pc:docMk/>
          <pc:sldMk cId="4021681974" sldId="269"/>
        </pc:sldMkLst>
        <pc:spChg chg="del">
          <ac:chgData name="Mohammed Abdullah" userId="59987cd6e9443b42" providerId="LiveId" clId="{6C8D7C4C-22A2-4BD2-A86D-DE8887743917}" dt="2025-12-16T06:29:55.160" v="3"/>
          <ac:spMkLst>
            <pc:docMk/>
            <pc:sldMk cId="4021681974" sldId="269"/>
            <ac:spMk id="11" creationId="{86FF76B9-219D-4469-AF87-0236D29032F1}"/>
          </ac:spMkLst>
        </pc:spChg>
        <pc:spChg chg="del">
          <ac:chgData name="Mohammed Abdullah" userId="59987cd6e9443b42" providerId="LiveId" clId="{6C8D7C4C-22A2-4BD2-A86D-DE8887743917}" dt="2025-12-16T06:29:55.160" v="3"/>
          <ac:spMkLst>
            <pc:docMk/>
            <pc:sldMk cId="4021681974" sldId="269"/>
            <ac:spMk id="17" creationId="{2E80C965-DB6D-4F81-9E9E-B027384D0BD6}"/>
          </ac:spMkLst>
        </pc:spChg>
        <pc:spChg chg="del">
          <ac:chgData name="Mohammed Abdullah" userId="59987cd6e9443b42" providerId="LiveId" clId="{6C8D7C4C-22A2-4BD2-A86D-DE8887743917}" dt="2025-12-16T06:29:55.160" v="3"/>
          <ac:spMkLst>
            <pc:docMk/>
            <pc:sldMk cId="4021681974" sldId="269"/>
            <ac:spMk id="19" creationId="{633C5E46-DAC5-4661-9C87-22B08E2A512F}"/>
          </ac:spMkLst>
        </pc:spChg>
        <pc:grpChg chg="del">
          <ac:chgData name="Mohammed Abdullah" userId="59987cd6e9443b42" providerId="LiveId" clId="{6C8D7C4C-22A2-4BD2-A86D-DE8887743917}" dt="2025-12-16T06:29:55.160" v="3"/>
          <ac:grpSpMkLst>
            <pc:docMk/>
            <pc:sldMk cId="4021681974" sldId="269"/>
            <ac:grpSpMk id="13" creationId="{DB88BD78-87E1-424D-B479-C37D8E41B12E}"/>
          </ac:grpSpMkLst>
        </pc:grpChg>
        <pc:picChg chg="mod">
          <ac:chgData name="Mohammed Abdullah" userId="59987cd6e9443b42" providerId="LiveId" clId="{6C8D7C4C-22A2-4BD2-A86D-DE8887743917}" dt="2025-12-16T06:30:41.458" v="7" actId="1076"/>
          <ac:picMkLst>
            <pc:docMk/>
            <pc:sldMk cId="4021681974" sldId="269"/>
            <ac:picMk id="6" creationId="{990BBADD-20B3-96EB-2088-C22E1D421B9F}"/>
          </ac:picMkLst>
        </pc:picChg>
      </pc:sldChg>
      <pc:sldChg chg="modSp add mod ord">
        <pc:chgData name="Mohammed Abdullah" userId="59987cd6e9443b42" providerId="LiveId" clId="{6C8D7C4C-22A2-4BD2-A86D-DE8887743917}" dt="2025-12-16T06:30:52.857" v="9" actId="14100"/>
        <pc:sldMkLst>
          <pc:docMk/>
          <pc:sldMk cId="4192907999" sldId="270"/>
        </pc:sldMkLst>
        <pc:picChg chg="mod">
          <ac:chgData name="Mohammed Abdullah" userId="59987cd6e9443b42" providerId="LiveId" clId="{6C8D7C4C-22A2-4BD2-A86D-DE8887743917}" dt="2025-12-16T06:30:52.857" v="9" actId="14100"/>
          <ac:picMkLst>
            <pc:docMk/>
            <pc:sldMk cId="4192907999" sldId="270"/>
            <ac:picMk id="4" creationId="{00000000-0000-0000-0000-000000000000}"/>
          </ac:picMkLst>
        </pc:picChg>
      </pc:sldChg>
      <pc:sldChg chg="delSp modSp add mod ord setBg delDesignElem">
        <pc:chgData name="Mohammed Abdullah" userId="59987cd6e9443b42" providerId="LiveId" clId="{6C8D7C4C-22A2-4BD2-A86D-DE8887743917}" dt="2025-12-16T06:31:00.887" v="10" actId="14100"/>
        <pc:sldMkLst>
          <pc:docMk/>
          <pc:sldMk cId="2526429173" sldId="271"/>
        </pc:sldMkLst>
        <pc:spChg chg="del">
          <ac:chgData name="Mohammed Abdullah" userId="59987cd6e9443b42" providerId="LiveId" clId="{6C8D7C4C-22A2-4BD2-A86D-DE8887743917}" dt="2025-12-16T06:29:55.160" v="3"/>
          <ac:spMkLst>
            <pc:docMk/>
            <pc:sldMk cId="2526429173" sldId="271"/>
            <ac:spMk id="23" creationId="{86FF76B9-219D-4469-AF87-0236D29032F1}"/>
          </ac:spMkLst>
        </pc:spChg>
        <pc:spChg chg="del">
          <ac:chgData name="Mohammed Abdullah" userId="59987cd6e9443b42" providerId="LiveId" clId="{6C8D7C4C-22A2-4BD2-A86D-DE8887743917}" dt="2025-12-16T06:29:55.160" v="3"/>
          <ac:spMkLst>
            <pc:docMk/>
            <pc:sldMk cId="2526429173" sldId="271"/>
            <ac:spMk id="26" creationId="{2E80C965-DB6D-4F81-9E9E-B027384D0BD6}"/>
          </ac:spMkLst>
        </pc:spChg>
        <pc:spChg chg="del">
          <ac:chgData name="Mohammed Abdullah" userId="59987cd6e9443b42" providerId="LiveId" clId="{6C8D7C4C-22A2-4BD2-A86D-DE8887743917}" dt="2025-12-16T06:29:55.160" v="3"/>
          <ac:spMkLst>
            <pc:docMk/>
            <pc:sldMk cId="2526429173" sldId="271"/>
            <ac:spMk id="27" creationId="{633C5E46-DAC5-4661-9C87-22B08E2A512F}"/>
          </ac:spMkLst>
        </pc:spChg>
        <pc:grpChg chg="del">
          <ac:chgData name="Mohammed Abdullah" userId="59987cd6e9443b42" providerId="LiveId" clId="{6C8D7C4C-22A2-4BD2-A86D-DE8887743917}" dt="2025-12-16T06:29:55.160" v="3"/>
          <ac:grpSpMkLst>
            <pc:docMk/>
            <pc:sldMk cId="2526429173" sldId="271"/>
            <ac:grpSpMk id="24" creationId="{DB88BD78-87E1-424D-B479-C37D8E41B12E}"/>
          </ac:grpSpMkLst>
        </pc:grpChg>
        <pc:picChg chg="mod">
          <ac:chgData name="Mohammed Abdullah" userId="59987cd6e9443b42" providerId="LiveId" clId="{6C8D7C4C-22A2-4BD2-A86D-DE8887743917}" dt="2025-12-16T06:31:00.887" v="10" actId="14100"/>
          <ac:picMkLst>
            <pc:docMk/>
            <pc:sldMk cId="2526429173" sldId="271"/>
            <ac:picMk id="4" creationId="{2DEC61D4-4544-C093-64C2-BFF4C7D274A5}"/>
          </ac:picMkLst>
        </pc:picChg>
      </pc:sldChg>
      <pc:sldChg chg="addSp delSp modSp add mod ord setBg delDesignElem">
        <pc:chgData name="Mohammed Abdullah" userId="59987cd6e9443b42" providerId="LiveId" clId="{6C8D7C4C-22A2-4BD2-A86D-DE8887743917}" dt="2025-12-16T06:42:19.291" v="115" actId="20577"/>
        <pc:sldMkLst>
          <pc:docMk/>
          <pc:sldMk cId="1725294708" sldId="272"/>
        </pc:sldMkLst>
        <pc:spChg chg="add del mod">
          <ac:chgData name="Mohammed Abdullah" userId="59987cd6e9443b42" providerId="LiveId" clId="{6C8D7C4C-22A2-4BD2-A86D-DE8887743917}" dt="2025-12-16T06:41:49.202" v="97"/>
          <ac:spMkLst>
            <pc:docMk/>
            <pc:sldMk cId="1725294708" sldId="272"/>
            <ac:spMk id="2" creationId="{5A8073D7-8B22-045E-F7DC-D1EE13D0C33A}"/>
          </ac:spMkLst>
        </pc:spChg>
        <pc:spChg chg="add mod">
          <ac:chgData name="Mohammed Abdullah" userId="59987cd6e9443b42" providerId="LiveId" clId="{6C8D7C4C-22A2-4BD2-A86D-DE8887743917}" dt="2025-12-16T06:42:19.291" v="115" actId="20577"/>
          <ac:spMkLst>
            <pc:docMk/>
            <pc:sldMk cId="1725294708" sldId="272"/>
            <ac:spMk id="3" creationId="{092A1A00-8543-01AD-0781-9B2203C23B62}"/>
          </ac:spMkLst>
        </pc:spChg>
        <pc:spChg chg="mod">
          <ac:chgData name="Mohammed Abdullah" userId="59987cd6e9443b42" providerId="LiveId" clId="{6C8D7C4C-22A2-4BD2-A86D-DE8887743917}" dt="2025-12-16T06:41:17.320" v="84" actId="1076"/>
          <ac:spMkLst>
            <pc:docMk/>
            <pc:sldMk cId="1725294708" sldId="272"/>
            <ac:spMk id="6" creationId="{9C2A0426-956B-6FDD-2DE5-AF69C5C49F8F}"/>
          </ac:spMkLst>
        </pc:spChg>
        <pc:spChg chg="mod">
          <ac:chgData name="Mohammed Abdullah" userId="59987cd6e9443b42" providerId="LiveId" clId="{6C8D7C4C-22A2-4BD2-A86D-DE8887743917}" dt="2025-12-16T06:41:42.074" v="94" actId="1076"/>
          <ac:spMkLst>
            <pc:docMk/>
            <pc:sldMk cId="1725294708" sldId="272"/>
            <ac:spMk id="11" creationId="{46750BC9-654D-A205-5995-EC439BCC08ED}"/>
          </ac:spMkLst>
        </pc:spChg>
        <pc:spChg chg="mod">
          <ac:chgData name="Mohammed Abdullah" userId="59987cd6e9443b42" providerId="LiveId" clId="{6C8D7C4C-22A2-4BD2-A86D-DE8887743917}" dt="2025-12-16T06:41:39.856" v="93" actId="1076"/>
          <ac:spMkLst>
            <pc:docMk/>
            <pc:sldMk cId="1725294708" sldId="272"/>
            <ac:spMk id="17" creationId="{9B00C86B-4A7B-C1AD-D0A9-F3E04EE4D057}"/>
          </ac:spMkLst>
        </pc:spChg>
        <pc:spChg chg="del">
          <ac:chgData name="Mohammed Abdullah" userId="59987cd6e9443b42" providerId="LiveId" clId="{6C8D7C4C-22A2-4BD2-A86D-DE8887743917}" dt="2025-12-16T06:29:55.160" v="3"/>
          <ac:spMkLst>
            <pc:docMk/>
            <pc:sldMk cId="1725294708" sldId="272"/>
            <ac:spMk id="18" creationId="{9A97C86A-04D6-40F7-AE84-31AB43E6A846}"/>
          </ac:spMkLst>
        </pc:spChg>
        <pc:spChg chg="del">
          <ac:chgData name="Mohammed Abdullah" userId="59987cd6e9443b42" providerId="LiveId" clId="{6C8D7C4C-22A2-4BD2-A86D-DE8887743917}" dt="2025-12-16T06:29:55.160" v="3"/>
          <ac:spMkLst>
            <pc:docMk/>
            <pc:sldMk cId="1725294708" sldId="272"/>
            <ac:spMk id="19" creationId="{F3060C83-F051-4F0E-ABAD-AA0DFC48B218}"/>
          </ac:spMkLst>
        </pc:spChg>
        <pc:spChg chg="del">
          <ac:chgData name="Mohammed Abdullah" userId="59987cd6e9443b42" providerId="LiveId" clId="{6C8D7C4C-22A2-4BD2-A86D-DE8887743917}" dt="2025-12-16T06:29:55.160" v="3"/>
          <ac:spMkLst>
            <pc:docMk/>
            <pc:sldMk cId="1725294708" sldId="272"/>
            <ac:spMk id="20" creationId="{FF9F2414-84E8-453E-B1F3-389FDE8192D9}"/>
          </ac:spMkLst>
        </pc:spChg>
        <pc:spChg chg="del">
          <ac:chgData name="Mohammed Abdullah" userId="59987cd6e9443b42" providerId="LiveId" clId="{6C8D7C4C-22A2-4BD2-A86D-DE8887743917}" dt="2025-12-16T06:29:55.160" v="3"/>
          <ac:spMkLst>
            <pc:docMk/>
            <pc:sldMk cId="1725294708" sldId="272"/>
            <ac:spMk id="21" creationId="{83C98ABE-055B-441F-B07E-44F97F083C39}"/>
          </ac:spMkLst>
        </pc:spChg>
        <pc:spChg chg="del">
          <ac:chgData name="Mohammed Abdullah" userId="59987cd6e9443b42" providerId="LiveId" clId="{6C8D7C4C-22A2-4BD2-A86D-DE8887743917}" dt="2025-12-16T06:29:55.160" v="3"/>
          <ac:spMkLst>
            <pc:docMk/>
            <pc:sldMk cId="1725294708" sldId="272"/>
            <ac:spMk id="22" creationId="{3ECA69A1-7536-43AC-85EF-C7106179F5ED}"/>
          </ac:spMkLst>
        </pc:spChg>
        <pc:spChg chg="del">
          <ac:chgData name="Mohammed Abdullah" userId="59987cd6e9443b42" providerId="LiveId" clId="{6C8D7C4C-22A2-4BD2-A86D-DE8887743917}" dt="2025-12-16T06:29:55.160" v="3"/>
          <ac:spMkLst>
            <pc:docMk/>
            <pc:sldMk cId="1725294708" sldId="272"/>
            <ac:spMk id="23" creationId="{29FDB030-9B49-4CED-8CCD-4D99382388AC}"/>
          </ac:spMkLst>
        </pc:spChg>
        <pc:spChg chg="del">
          <ac:chgData name="Mohammed Abdullah" userId="59987cd6e9443b42" providerId="LiveId" clId="{6C8D7C4C-22A2-4BD2-A86D-DE8887743917}" dt="2025-12-16T06:29:55.160" v="3"/>
          <ac:spMkLst>
            <pc:docMk/>
            <pc:sldMk cId="1725294708" sldId="272"/>
            <ac:spMk id="24" creationId="{3783CA14-24A1-485C-8B30-D6A5D87987AD}"/>
          </ac:spMkLst>
        </pc:spChg>
        <pc:spChg chg="mod">
          <ac:chgData name="Mohammed Abdullah" userId="59987cd6e9443b42" providerId="LiveId" clId="{6C8D7C4C-22A2-4BD2-A86D-DE8887743917}" dt="2025-12-16T06:41:32.079" v="90" actId="1076"/>
          <ac:spMkLst>
            <pc:docMk/>
            <pc:sldMk cId="1725294708" sldId="272"/>
            <ac:spMk id="26" creationId="{9FC1920D-20E3-3B74-43DE-1BF9D24DA1F1}"/>
          </ac:spMkLst>
        </pc:spChg>
        <pc:spChg chg="mod">
          <ac:chgData name="Mohammed Abdullah" userId="59987cd6e9443b42" providerId="LiveId" clId="{6C8D7C4C-22A2-4BD2-A86D-DE8887743917}" dt="2025-12-16T06:41:34.732" v="91" actId="1076"/>
          <ac:spMkLst>
            <pc:docMk/>
            <pc:sldMk cId="1725294708" sldId="272"/>
            <ac:spMk id="27" creationId="{CAD77A93-9017-3A55-7E39-DC07A331B77D}"/>
          </ac:spMkLst>
        </pc:spChg>
        <pc:spChg chg="mod">
          <ac:chgData name="Mohammed Abdullah" userId="59987cd6e9443b42" providerId="LiveId" clId="{6C8D7C4C-22A2-4BD2-A86D-DE8887743917}" dt="2025-12-16T06:41:30.084" v="89" actId="1076"/>
          <ac:spMkLst>
            <pc:docMk/>
            <pc:sldMk cId="1725294708" sldId="272"/>
            <ac:spMk id="28" creationId="{181FC260-8F2D-FD85-54E7-883154B7C228}"/>
          </ac:spMkLst>
        </pc:spChg>
        <pc:spChg chg="mod">
          <ac:chgData name="Mohammed Abdullah" userId="59987cd6e9443b42" providerId="LiveId" clId="{6C8D7C4C-22A2-4BD2-A86D-DE8887743917}" dt="2025-12-16T06:41:37.075" v="92" actId="1076"/>
          <ac:spMkLst>
            <pc:docMk/>
            <pc:sldMk cId="1725294708" sldId="272"/>
            <ac:spMk id="29" creationId="{82AE2FD5-3D45-2674-A53B-122B0B2E3C7F}"/>
          </ac:spMkLst>
        </pc:spChg>
        <pc:spChg chg="mod">
          <ac:chgData name="Mohammed Abdullah" userId="59987cd6e9443b42" providerId="LiveId" clId="{6C8D7C4C-22A2-4BD2-A86D-DE8887743917}" dt="2025-12-16T06:41:27.780" v="88" actId="1076"/>
          <ac:spMkLst>
            <pc:docMk/>
            <pc:sldMk cId="1725294708" sldId="272"/>
            <ac:spMk id="30" creationId="{7766F2F1-24E2-95EE-DBD7-A383E9007DC8}"/>
          </ac:spMkLst>
        </pc:spChg>
        <pc:picChg chg="mod">
          <ac:chgData name="Mohammed Abdullah" userId="59987cd6e9443b42" providerId="LiveId" clId="{6C8D7C4C-22A2-4BD2-A86D-DE8887743917}" dt="2025-12-16T06:41:24.407" v="86" actId="1076"/>
          <ac:picMkLst>
            <pc:docMk/>
            <pc:sldMk cId="1725294708" sldId="272"/>
            <ac:picMk id="5" creationId="{96904D2E-A9CF-4830-4043-F9DBF2BD5208}"/>
          </ac:picMkLst>
        </pc:picChg>
      </pc:sldChg>
      <pc:sldChg chg="modSp add mod ord">
        <pc:chgData name="Mohammed Abdullah" userId="59987cd6e9443b42" providerId="LiveId" clId="{6C8D7C4C-22A2-4BD2-A86D-DE8887743917}" dt="2025-12-16T06:39:33.323" v="64" actId="27636"/>
        <pc:sldMkLst>
          <pc:docMk/>
          <pc:sldMk cId="321958194" sldId="273"/>
        </pc:sldMkLst>
        <pc:spChg chg="mod">
          <ac:chgData name="Mohammed Abdullah" userId="59987cd6e9443b42" providerId="LiveId" clId="{6C8D7C4C-22A2-4BD2-A86D-DE8887743917}" dt="2025-12-16T06:39:22.189" v="61" actId="1076"/>
          <ac:spMkLst>
            <pc:docMk/>
            <pc:sldMk cId="321958194" sldId="273"/>
            <ac:spMk id="2" creationId="{00000000-0000-0000-0000-000000000000}"/>
          </ac:spMkLst>
        </pc:spChg>
        <pc:spChg chg="mod">
          <ac:chgData name="Mohammed Abdullah" userId="59987cd6e9443b42" providerId="LiveId" clId="{6C8D7C4C-22A2-4BD2-A86D-DE8887743917}" dt="2025-12-16T06:39:33.323" v="64" actId="27636"/>
          <ac:spMkLst>
            <pc:docMk/>
            <pc:sldMk cId="321958194" sldId="273"/>
            <ac:spMk id="3" creationId="{00000000-0000-0000-0000-000000000000}"/>
          </ac:spMkLst>
        </pc:spChg>
      </pc:sldChg>
      <pc:sldChg chg="modSp add mod ord">
        <pc:chgData name="Mohammed Abdullah" userId="59987cd6e9443b42" providerId="LiveId" clId="{6C8D7C4C-22A2-4BD2-A86D-DE8887743917}" dt="2025-12-16T06:35:57.610" v="37"/>
        <pc:sldMkLst>
          <pc:docMk/>
          <pc:sldMk cId="3101919525" sldId="274"/>
        </pc:sldMkLst>
        <pc:spChg chg="mod">
          <ac:chgData name="Mohammed Abdullah" userId="59987cd6e9443b42" providerId="LiveId" clId="{6C8D7C4C-22A2-4BD2-A86D-DE8887743917}" dt="2025-12-16T06:35:50.744" v="33" actId="27636"/>
          <ac:spMkLst>
            <pc:docMk/>
            <pc:sldMk cId="3101919525" sldId="274"/>
            <ac:spMk id="3" creationId="{00000000-0000-0000-0000-000000000000}"/>
          </ac:spMkLst>
        </pc:spChg>
      </pc:sldChg>
      <pc:sldChg chg="add ord">
        <pc:chgData name="Mohammed Abdullah" userId="59987cd6e9443b42" providerId="LiveId" clId="{6C8D7C4C-22A2-4BD2-A86D-DE8887743917}" dt="2025-12-16T06:35:59.492" v="39"/>
        <pc:sldMkLst>
          <pc:docMk/>
          <pc:sldMk cId="906292326" sldId="275"/>
        </pc:sldMkLst>
      </pc:sldChg>
      <pc:sldChg chg="add">
        <pc:chgData name="Mohammed Abdullah" userId="59987cd6e9443b42" providerId="LiveId" clId="{6C8D7C4C-22A2-4BD2-A86D-DE8887743917}" dt="2025-12-16T06:37:13.757" v="41"/>
        <pc:sldMkLst>
          <pc:docMk/>
          <pc:sldMk cId="2345754859" sldId="276"/>
        </pc:sldMkLst>
      </pc:sldChg>
      <pc:sldChg chg="modSp add mod">
        <pc:chgData name="Mohammed Abdullah" userId="59987cd6e9443b42" providerId="LiveId" clId="{6C8D7C4C-22A2-4BD2-A86D-DE8887743917}" dt="2025-12-16T06:37:56.597" v="52" actId="1076"/>
        <pc:sldMkLst>
          <pc:docMk/>
          <pc:sldMk cId="1328382061" sldId="277"/>
        </pc:sldMkLst>
        <pc:picChg chg="mod">
          <ac:chgData name="Mohammed Abdullah" userId="59987cd6e9443b42" providerId="LiveId" clId="{6C8D7C4C-22A2-4BD2-A86D-DE8887743917}" dt="2025-12-16T06:37:54.907" v="51" actId="1076"/>
          <ac:picMkLst>
            <pc:docMk/>
            <pc:sldMk cId="1328382061" sldId="277"/>
            <ac:picMk id="4" creationId="{00000000-0000-0000-0000-000000000000}"/>
          </ac:picMkLst>
        </pc:picChg>
        <pc:picChg chg="mod">
          <ac:chgData name="Mohammed Abdullah" userId="59987cd6e9443b42" providerId="LiveId" clId="{6C8D7C4C-22A2-4BD2-A86D-DE8887743917}" dt="2025-12-16T06:37:56.597" v="52" actId="1076"/>
          <ac:picMkLst>
            <pc:docMk/>
            <pc:sldMk cId="1328382061" sldId="277"/>
            <ac:picMk id="5" creationId="{00000000-0000-0000-0000-000000000000}"/>
          </ac:picMkLst>
        </pc:picChg>
      </pc:sldChg>
      <pc:sldChg chg="modSp add mod">
        <pc:chgData name="Mohammed Abdullah" userId="59987cd6e9443b42" providerId="LiveId" clId="{6C8D7C4C-22A2-4BD2-A86D-DE8887743917}" dt="2025-12-16T06:38:04.607" v="56" actId="1076"/>
        <pc:sldMkLst>
          <pc:docMk/>
          <pc:sldMk cId="1558783518" sldId="278"/>
        </pc:sldMkLst>
        <pc:picChg chg="mod">
          <ac:chgData name="Mohammed Abdullah" userId="59987cd6e9443b42" providerId="LiveId" clId="{6C8D7C4C-22A2-4BD2-A86D-DE8887743917}" dt="2025-12-16T06:38:04.607" v="56" actId="1076"/>
          <ac:picMkLst>
            <pc:docMk/>
            <pc:sldMk cId="1558783518" sldId="278"/>
            <ac:picMk id="5" creationId="{00000000-0000-0000-0000-000000000000}"/>
          </ac:picMkLst>
        </pc:picChg>
      </pc:sldChg>
      <pc:sldChg chg="modSp add mod">
        <pc:chgData name="Mohammed Abdullah" userId="59987cd6e9443b42" providerId="LiveId" clId="{6C8D7C4C-22A2-4BD2-A86D-DE8887743917}" dt="2025-12-16T06:37:40.607" v="47" actId="1076"/>
        <pc:sldMkLst>
          <pc:docMk/>
          <pc:sldMk cId="2644628654" sldId="279"/>
        </pc:sldMkLst>
        <pc:picChg chg="mod">
          <ac:chgData name="Mohammed Abdullah" userId="59987cd6e9443b42" providerId="LiveId" clId="{6C8D7C4C-22A2-4BD2-A86D-DE8887743917}" dt="2025-12-16T06:37:40.607" v="47" actId="1076"/>
          <ac:picMkLst>
            <pc:docMk/>
            <pc:sldMk cId="2644628654" sldId="279"/>
            <ac:picMk id="6" creationId="{00000000-0000-0000-0000-000000000000}"/>
          </ac:picMkLst>
        </pc:picChg>
        <pc:picChg chg="mod">
          <ac:chgData name="Mohammed Abdullah" userId="59987cd6e9443b42" providerId="LiveId" clId="{6C8D7C4C-22A2-4BD2-A86D-DE8887743917}" dt="2025-12-16T06:37:28.217" v="46" actId="14100"/>
          <ac:picMkLst>
            <pc:docMk/>
            <pc:sldMk cId="2644628654" sldId="279"/>
            <ac:picMk id="7" creationId="{00000000-0000-0000-0000-000000000000}"/>
          </ac:picMkLst>
        </pc:picChg>
      </pc:sldChg>
      <pc:sldChg chg="modSp add mod">
        <pc:chgData name="Mohammed Abdullah" userId="59987cd6e9443b42" providerId="LiveId" clId="{6C8D7C4C-22A2-4BD2-A86D-DE8887743917}" dt="2025-12-16T06:37:46.826" v="49" actId="1076"/>
        <pc:sldMkLst>
          <pc:docMk/>
          <pc:sldMk cId="2114180503" sldId="280"/>
        </pc:sldMkLst>
        <pc:picChg chg="mod">
          <ac:chgData name="Mohammed Abdullah" userId="59987cd6e9443b42" providerId="LiveId" clId="{6C8D7C4C-22A2-4BD2-A86D-DE8887743917}" dt="2025-12-16T06:37:43.507" v="48" actId="1076"/>
          <ac:picMkLst>
            <pc:docMk/>
            <pc:sldMk cId="2114180503" sldId="280"/>
            <ac:picMk id="4" creationId="{00000000-0000-0000-0000-000000000000}"/>
          </ac:picMkLst>
        </pc:picChg>
        <pc:picChg chg="mod">
          <ac:chgData name="Mohammed Abdullah" userId="59987cd6e9443b42" providerId="LiveId" clId="{6C8D7C4C-22A2-4BD2-A86D-DE8887743917}" dt="2025-12-16T06:37:46.826" v="49" actId="1076"/>
          <ac:picMkLst>
            <pc:docMk/>
            <pc:sldMk cId="2114180503" sldId="280"/>
            <ac:picMk id="5" creationId="{00000000-0000-0000-0000-000000000000}"/>
          </ac:picMkLst>
        </pc:picChg>
      </pc:sldChg>
      <pc:sldChg chg="add">
        <pc:chgData name="Mohammed Abdullah" userId="59987cd6e9443b42" providerId="LiveId" clId="{6C8D7C4C-22A2-4BD2-A86D-DE8887743917}" dt="2025-12-16T06:37:13.757" v="41"/>
        <pc:sldMkLst>
          <pc:docMk/>
          <pc:sldMk cId="4045319599" sldId="28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109CA6-3EF2-42E0-8680-E01F85FF7769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2E9C1D-1FC5-4B73-A2D7-0EB35241C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937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578A22-BC35-476F-95E9-3B276428B11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325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F4C6C-8735-40A2-AE1C-7C58F01CF731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0B310-932A-48F8-9303-B39E9B265B8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8299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F4C6C-8735-40A2-AE1C-7C58F01CF731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0B310-932A-48F8-9303-B39E9B265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160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Times New Roman" panose="02020603050405020304" pitchFamily="18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F4C6C-8735-40A2-AE1C-7C58F01CF731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0B310-932A-48F8-9303-B39E9B265B8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584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F4C6C-8735-40A2-AE1C-7C58F01CF731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0B310-932A-48F8-9303-B39E9B265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468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F4C6C-8735-40A2-AE1C-7C58F01CF731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0B310-932A-48F8-9303-B39E9B265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357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F4C6C-8735-40A2-AE1C-7C58F01CF731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0B310-932A-48F8-9303-B39E9B265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76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F4C6C-8735-40A2-AE1C-7C58F01CF731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0B310-932A-48F8-9303-B39E9B265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543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A6F4C6C-8735-40A2-AE1C-7C58F01CF731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970B310-932A-48F8-9303-B39E9B265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606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F4C6C-8735-40A2-AE1C-7C58F01CF731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0B310-932A-48F8-9303-B39E9B265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055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F4C6C-8735-40A2-AE1C-7C58F01CF731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0B310-932A-48F8-9303-B39E9B265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56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F4C6C-8735-40A2-AE1C-7C58F01CF731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0B310-932A-48F8-9303-B39E9B265B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501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</a:lstStyle>
          <a:p>
            <a:fld id="{8A6F4C6C-8735-40A2-AE1C-7C58F01CF731}" type="datetimeFigureOut">
              <a:rPr lang="en-US" smtClean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</a:lstStyle>
          <a:p>
            <a:fld id="{9970B310-932A-48F8-9303-B39E9B265B8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7154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Times New Roman" panose="02020603050405020304" pitchFamily="18" charset="0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7.png"/><Relationship Id="rId4" Type="http://schemas.openxmlformats.org/officeDocument/2006/relationships/image" Target="../media/image3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7.png"/><Relationship Id="rId4" Type="http://schemas.openxmlformats.org/officeDocument/2006/relationships/image" Target="../media/image10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7408" y="420077"/>
            <a:ext cx="9144000" cy="3121269"/>
          </a:xfrm>
        </p:spPr>
        <p:txBody>
          <a:bodyPr>
            <a:normAutofit/>
          </a:bodyPr>
          <a:lstStyle/>
          <a:p>
            <a:r>
              <a:rPr lang="en-US" dirty="0"/>
              <a:t>Magic Square</a:t>
            </a:r>
            <a:br>
              <a:rPr lang="en-US" dirty="0"/>
            </a:br>
            <a:r>
              <a:rPr lang="en-US" sz="3100" dirty="0"/>
              <a:t>CS315 – Group: 6670</a:t>
            </a:r>
            <a:br>
              <a:rPr lang="en-GB" sz="3100" dirty="0"/>
            </a:br>
            <a:r>
              <a:rPr lang="en-US" sz="3100" dirty="0"/>
              <a:t>Semester: 471</a:t>
            </a:r>
            <a:br>
              <a:rPr lang="en-GB" sz="3100" dirty="0"/>
            </a:b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7408" y="2581152"/>
            <a:ext cx="9144000" cy="2741125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US" dirty="0"/>
              <a:t>Saif Alotaibi 441108631</a:t>
            </a:r>
            <a:endParaRPr lang="en-GB" dirty="0"/>
          </a:p>
          <a:p>
            <a:pPr algn="l"/>
            <a:r>
              <a:rPr lang="en-US" dirty="0"/>
              <a:t>Omar </a:t>
            </a:r>
            <a:r>
              <a:rPr lang="en-US" dirty="0" err="1"/>
              <a:t>Alsuhibani</a:t>
            </a:r>
            <a:r>
              <a:rPr lang="en-US" dirty="0"/>
              <a:t> 441108502</a:t>
            </a:r>
            <a:endParaRPr lang="en-GB" dirty="0"/>
          </a:p>
          <a:p>
            <a:pPr algn="l"/>
            <a:r>
              <a:rPr lang="en-US" dirty="0"/>
              <a:t>Mohammed </a:t>
            </a:r>
            <a:r>
              <a:rPr lang="en-US" dirty="0" err="1"/>
              <a:t>Alrouji</a:t>
            </a:r>
            <a:r>
              <a:rPr lang="en-US" dirty="0"/>
              <a:t> 441109006</a:t>
            </a:r>
            <a:endParaRPr lang="en-GB" dirty="0"/>
          </a:p>
          <a:p>
            <a:pPr algn="l"/>
            <a:r>
              <a:rPr lang="en-US" dirty="0"/>
              <a:t>Abdulrahman </a:t>
            </a:r>
            <a:r>
              <a:rPr lang="en-US" dirty="0" err="1"/>
              <a:t>Alghanayam</a:t>
            </a:r>
            <a:r>
              <a:rPr lang="en-US" dirty="0"/>
              <a:t> 441109766</a:t>
            </a:r>
            <a:endParaRPr lang="en-GB" dirty="0"/>
          </a:p>
          <a:p>
            <a:pPr algn="l"/>
            <a:r>
              <a:rPr lang="en-US" dirty="0"/>
              <a:t>Mohammed </a:t>
            </a:r>
            <a:r>
              <a:rPr lang="en-US" dirty="0" err="1"/>
              <a:t>Alsuhaibani</a:t>
            </a:r>
            <a:r>
              <a:rPr lang="en-US" dirty="0"/>
              <a:t> 441108783</a:t>
            </a:r>
          </a:p>
          <a:p>
            <a:pPr algn="l"/>
            <a:endParaRPr lang="en-GB" dirty="0"/>
          </a:p>
          <a:p>
            <a:pPr algn="l"/>
            <a:r>
              <a:rPr lang="en-US" dirty="0"/>
              <a:t>Supervisor: Prof. Dr. Mohammed Al-</a:t>
            </a:r>
            <a:r>
              <a:rPr lang="en-US" dirty="0" err="1"/>
              <a:t>Hagery</a:t>
            </a:r>
            <a:endParaRPr lang="en-GB" dirty="0"/>
          </a:p>
          <a:p>
            <a:pPr algn="l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958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magic square?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1- Square matrix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2- The sums of each row, column &amp; </a:t>
            </a:r>
          </a:p>
          <a:p>
            <a:pPr marL="0" indent="0">
              <a:buNone/>
            </a:pPr>
            <a:r>
              <a:rPr lang="en-US" dirty="0"/>
              <a:t>    diagonal equals the same constant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3- Its order must be greater than 2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4- it must contain only numbers 1 through the square of the order   	  </a:t>
            </a:r>
          </a:p>
          <a:p>
            <a:pPr marL="0" indent="0">
              <a:buNone/>
            </a:pPr>
            <a:r>
              <a:rPr lang="en-US" dirty="0"/>
              <a:t>    without duplicates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1919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Construction changes based on the order</a:t>
            </a:r>
          </a:p>
          <a:p>
            <a:endParaRPr lang="en-US" dirty="0"/>
          </a:p>
          <a:p>
            <a:r>
              <a:rPr lang="en-US" dirty="0"/>
              <a:t>If its odd, we’ll implement the Siamese Method</a:t>
            </a:r>
          </a:p>
          <a:p>
            <a:endParaRPr lang="en-US" dirty="0"/>
          </a:p>
          <a:p>
            <a:r>
              <a:rPr lang="en-US" dirty="0"/>
              <a:t>If its evenly-even, we’ll implement the Exchange Method</a:t>
            </a:r>
          </a:p>
          <a:p>
            <a:endParaRPr lang="en-US" dirty="0"/>
          </a:p>
          <a:p>
            <a:r>
              <a:rPr lang="en-US" dirty="0"/>
              <a:t>If it’s oddly-even, we’ll implement the Strachey Method</a:t>
            </a:r>
          </a:p>
        </p:txBody>
      </p:sp>
    </p:spTree>
    <p:extLst>
      <p:ext uri="{BB962C8B-B14F-4D97-AF65-F5344CB8AC3E}">
        <p14:creationId xmlns:p14="http://schemas.microsoft.com/office/powerpoint/2010/main" val="906292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F562792-F337-BF5E-2901-73DB59DE3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568" y="362987"/>
            <a:ext cx="3616913" cy="142505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Siamese Method: </a:t>
            </a:r>
          </a:p>
        </p:txBody>
      </p:sp>
      <p:pic>
        <p:nvPicPr>
          <p:cNvPr id="8" name="Picture 7" descr="A grid with numbers and arrows&#10;&#10;AI-generated content may be incorrect.">
            <a:extLst>
              <a:ext uri="{FF2B5EF4-FFF2-40B4-BE49-F238E27FC236}">
                <a16:creationId xmlns:a16="http://schemas.microsoft.com/office/drawing/2014/main" id="{8907415A-90B7-934C-ABDB-74592F9B0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4554" y="553401"/>
            <a:ext cx="3784085" cy="379357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40F6280-6D28-41C1-FA7E-BEEED1FC604F}"/>
              </a:ext>
            </a:extLst>
          </p:cNvPr>
          <p:cNvSpPr txBox="1"/>
          <p:nvPr/>
        </p:nvSpPr>
        <p:spPr>
          <a:xfrm>
            <a:off x="117230" y="2189935"/>
            <a:ext cx="5540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>
                <a:latin typeface="Timp"/>
                <a:ea typeface="PMingLiU-ExtB" panose="02020500000000000000" pitchFamily="18" charset="-120"/>
                <a:cs typeface="Andalus" panose="02020603050405020304" pitchFamily="18" charset="-78"/>
              </a:rPr>
              <a:t>This is the simplest Siamese example , where n = 3 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C4CD56-A068-AB85-0E30-B2E1AFFADB72}"/>
              </a:ext>
            </a:extLst>
          </p:cNvPr>
          <p:cNvSpPr txBox="1"/>
          <p:nvPr/>
        </p:nvSpPr>
        <p:spPr>
          <a:xfrm>
            <a:off x="285574" y="3080819"/>
            <a:ext cx="3061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of matrix is n*n (3*3)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BE3EB6-9327-D98F-6027-FB71C97E4186}"/>
              </a:ext>
            </a:extLst>
          </p:cNvPr>
          <p:cNvSpPr txBox="1"/>
          <p:nvPr/>
        </p:nvSpPr>
        <p:spPr>
          <a:xfrm>
            <a:off x="285574" y="3484843"/>
            <a:ext cx="3570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diagonal move is n (3)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78B54AA-23A6-908A-480A-8C81729BD9A8}"/>
              </a:ext>
            </a:extLst>
          </p:cNvPr>
          <p:cNvSpPr txBox="1"/>
          <p:nvPr/>
        </p:nvSpPr>
        <p:spPr>
          <a:xfrm>
            <a:off x="317222" y="2711487"/>
            <a:ext cx="4923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Always starts from first row in column n/2 (3/2)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F42D1B-5D61-1B1D-6C82-2A53186AB934}"/>
              </a:ext>
            </a:extLst>
          </p:cNvPr>
          <p:cNvSpPr txBox="1"/>
          <p:nvPr/>
        </p:nvSpPr>
        <p:spPr>
          <a:xfrm>
            <a:off x="270802" y="3854175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 of any row or column is M</a:t>
            </a:r>
          </a:p>
        </p:txBody>
      </p:sp>
      <p:pic>
        <p:nvPicPr>
          <p:cNvPr id="29" name="Picture 28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2B89B46A-F118-8E10-45F9-5331BE240D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453" y="4627531"/>
            <a:ext cx="2497239" cy="796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453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969" y="1773598"/>
            <a:ext cx="10515600" cy="1502229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Naïve Pseudocode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677" y="1885414"/>
            <a:ext cx="2751048" cy="422621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212565" y="1210260"/>
            <a:ext cx="3842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number of operations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855599" y="1776708"/>
                <a:ext cx="25565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21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GB" i="1" baseline="300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5599" y="1776708"/>
                <a:ext cx="255658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8024327" y="2527823"/>
            <a:ext cx="2452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289472" y="2961305"/>
                <a:ext cx="1688841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9472" y="2961305"/>
                <a:ext cx="1688841" cy="375552"/>
              </a:xfrm>
              <a:prstGeom prst="rect">
                <a:avLst/>
              </a:prstGeom>
              <a:blipFill>
                <a:blip r:embed="rId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8024327" y="3900196"/>
            <a:ext cx="256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Complexity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8639062" y="4463534"/>
                <a:ext cx="989659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9062" y="4463534"/>
                <a:ext cx="989659" cy="375552"/>
              </a:xfrm>
              <a:prstGeom prst="rect">
                <a:avLst/>
              </a:prstGeom>
              <a:blipFill>
                <a:blip r:embed="rId5"/>
                <a:stretch>
                  <a:fillRect b="-145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5094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990BBADD-20B3-96EB-2088-C22E1D421B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527" y="1914768"/>
            <a:ext cx="9023315" cy="4268501"/>
          </a:xfrm>
          <a:prstGeom prst="rect">
            <a:avLst/>
          </a:prstGeom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867746" y="279145"/>
            <a:ext cx="5775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Naïve Implementation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1681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405" y="153972"/>
            <a:ext cx="10515600" cy="106917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Pseudocode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375" y="1899662"/>
            <a:ext cx="2620094" cy="41807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22122" y="2047160"/>
            <a:ext cx="2866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number of operations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022122" y="2431969"/>
                <a:ext cx="25565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GB" b="0" i="1" baseline="3000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GB" b="0" i="1">
                          <a:latin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2122" y="2431969"/>
                <a:ext cx="255658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8322906" y="3240511"/>
            <a:ext cx="2452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899849" y="3803849"/>
                <a:ext cx="1688841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b="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9849" y="3803849"/>
                <a:ext cx="1688841" cy="375552"/>
              </a:xfrm>
              <a:prstGeom prst="rect">
                <a:avLst/>
              </a:prstGeom>
              <a:blipFill>
                <a:blip r:embed="rId4"/>
                <a:stretch>
                  <a:fillRect b="-112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8460532" y="4612884"/>
            <a:ext cx="256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Complexity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8937642" y="5046366"/>
                <a:ext cx="989659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b="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7642" y="5046366"/>
                <a:ext cx="989659" cy="37555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2907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EC61D4-4544-C093-64C2-BFF4C7D274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941" y="1813169"/>
            <a:ext cx="7937404" cy="4227266"/>
          </a:xfrm>
          <a:prstGeom prst="rect">
            <a:avLst/>
          </a:prstGeom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914400" y="444382"/>
            <a:ext cx="3769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implementation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429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square with black numbers&#10;&#10;AI-generated content may be incorrect.">
            <a:extLst>
              <a:ext uri="{FF2B5EF4-FFF2-40B4-BE49-F238E27FC236}">
                <a16:creationId xmlns:a16="http://schemas.microsoft.com/office/drawing/2014/main" id="{96904D2E-A9CF-4830-4043-F9DBF2BD52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0084" y="1814384"/>
            <a:ext cx="4079579" cy="4079579"/>
          </a:xfrm>
          <a:prstGeom prst="rect">
            <a:avLst/>
          </a:prstGeom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2A0426-956B-6FDD-2DE5-AF69C5C49F8F}"/>
              </a:ext>
            </a:extLst>
          </p:cNvPr>
          <p:cNvSpPr txBox="1"/>
          <p:nvPr/>
        </p:nvSpPr>
        <p:spPr>
          <a:xfrm>
            <a:off x="6445171" y="4532185"/>
            <a:ext cx="13239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750BC9-654D-A205-5995-EC439BCC08ED}"/>
              </a:ext>
            </a:extLst>
          </p:cNvPr>
          <p:cNvSpPr txBox="1"/>
          <p:nvPr/>
        </p:nvSpPr>
        <p:spPr>
          <a:xfrm>
            <a:off x="3836561" y="3191752"/>
            <a:ext cx="12924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/>
              <a:t>3</a:t>
            </a:r>
            <a:endParaRPr lang="en-US" sz="8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B00C86B-4A7B-C1AD-D0A9-F3E04EE4D057}"/>
              </a:ext>
            </a:extLst>
          </p:cNvPr>
          <p:cNvSpPr txBox="1"/>
          <p:nvPr/>
        </p:nvSpPr>
        <p:spPr>
          <a:xfrm>
            <a:off x="3740844" y="4515191"/>
            <a:ext cx="12924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/>
              <a:t>4</a:t>
            </a:r>
            <a:endParaRPr lang="en-US" sz="8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C1920D-20E3-3B74-43DE-1BF9D24DA1F1}"/>
              </a:ext>
            </a:extLst>
          </p:cNvPr>
          <p:cNvSpPr txBox="1"/>
          <p:nvPr/>
        </p:nvSpPr>
        <p:spPr>
          <a:xfrm>
            <a:off x="5260732" y="3147876"/>
            <a:ext cx="12924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/>
              <a:t>5</a:t>
            </a:r>
            <a:endParaRPr lang="en-US" sz="8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AD77A93-9017-3A55-7E39-DC07A331B77D}"/>
              </a:ext>
            </a:extLst>
          </p:cNvPr>
          <p:cNvSpPr txBox="1"/>
          <p:nvPr/>
        </p:nvSpPr>
        <p:spPr>
          <a:xfrm>
            <a:off x="6460923" y="1910716"/>
            <a:ext cx="12924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/>
              <a:t>6</a:t>
            </a:r>
            <a:endParaRPr lang="en-US" sz="8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1FC260-8F2D-FD85-54E7-883154B7C228}"/>
              </a:ext>
            </a:extLst>
          </p:cNvPr>
          <p:cNvSpPr txBox="1"/>
          <p:nvPr/>
        </p:nvSpPr>
        <p:spPr>
          <a:xfrm>
            <a:off x="6492717" y="3259563"/>
            <a:ext cx="12924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/>
              <a:t>7</a:t>
            </a:r>
            <a:endParaRPr lang="en-US" sz="8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AE2FD5-3D45-2674-A53B-122B0B2E3C7F}"/>
              </a:ext>
            </a:extLst>
          </p:cNvPr>
          <p:cNvSpPr txBox="1"/>
          <p:nvPr/>
        </p:nvSpPr>
        <p:spPr>
          <a:xfrm>
            <a:off x="3836562" y="1859307"/>
            <a:ext cx="12924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/>
              <a:t>8</a:t>
            </a:r>
            <a:endParaRPr lang="en-US" sz="8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66F2F1-24E2-95EE-DBD7-A383E9007DC8}"/>
              </a:ext>
            </a:extLst>
          </p:cNvPr>
          <p:cNvSpPr txBox="1"/>
          <p:nvPr/>
        </p:nvSpPr>
        <p:spPr>
          <a:xfrm>
            <a:off x="5156203" y="4491877"/>
            <a:ext cx="12924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dirty="0"/>
              <a:t>9</a:t>
            </a:r>
            <a:endParaRPr lang="en-US" sz="8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2A1A00-8543-01AD-0781-9B2203C23B62}"/>
              </a:ext>
            </a:extLst>
          </p:cNvPr>
          <p:cNvSpPr txBox="1"/>
          <p:nvPr/>
        </p:nvSpPr>
        <p:spPr>
          <a:xfrm>
            <a:off x="1328615" y="593969"/>
            <a:ext cx="47673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example</a:t>
            </a:r>
          </a:p>
        </p:txBody>
      </p:sp>
    </p:spTree>
    <p:extLst>
      <p:ext uri="{BB962C8B-B14F-4D97-AF65-F5344CB8AC3E}">
        <p14:creationId xmlns:p14="http://schemas.microsoft.com/office/powerpoint/2010/main" val="1725294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7" grpId="0"/>
      <p:bldP spid="26" grpId="0"/>
      <p:bldP spid="27" grpId="0"/>
      <p:bldP spid="28" grpId="0"/>
      <p:bldP spid="29" grpId="0"/>
      <p:bldP spid="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D01F1C2-A09E-B962-7474-22A8FCDAB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Exchange method</a:t>
            </a:r>
          </a:p>
        </p:txBody>
      </p:sp>
      <p:pic>
        <p:nvPicPr>
          <p:cNvPr id="8" name="Picture 7" descr="A grid with black text&#10;&#10;AI-generated content may be incorrect.">
            <a:extLst>
              <a:ext uri="{FF2B5EF4-FFF2-40B4-BE49-F238E27FC236}">
                <a16:creationId xmlns:a16="http://schemas.microsoft.com/office/drawing/2014/main" id="{F36E5F81-2932-8C35-7233-12465DEDB5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217" b="-753"/>
          <a:stretch>
            <a:fillRect/>
          </a:stretch>
        </p:blipFill>
        <p:spPr>
          <a:xfrm>
            <a:off x="3961901" y="1950075"/>
            <a:ext cx="4931841" cy="2689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784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CE75D-2505-9452-DAEC-83120341C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pseudocode</a:t>
            </a:r>
          </a:p>
        </p:txBody>
      </p:sp>
      <p:pic>
        <p:nvPicPr>
          <p:cNvPr id="4" name="Picture 3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93AA17CF-3941-BB08-9D8D-9DF6497E81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376" y="1821862"/>
            <a:ext cx="2257740" cy="1209844"/>
          </a:xfrm>
          <a:prstGeom prst="rect">
            <a:avLst/>
          </a:prstGeom>
        </p:spPr>
      </p:pic>
      <p:pic>
        <p:nvPicPr>
          <p:cNvPr id="6" name="Picture 5" descr="A black and white text&#10;&#10;AI-generated content may be incorrect.">
            <a:extLst>
              <a:ext uri="{FF2B5EF4-FFF2-40B4-BE49-F238E27FC236}">
                <a16:creationId xmlns:a16="http://schemas.microsoft.com/office/drawing/2014/main" id="{8A840F54-E5C8-013C-5548-8387B9B042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5402" y="3096280"/>
            <a:ext cx="4677428" cy="3038899"/>
          </a:xfrm>
          <a:prstGeom prst="rect">
            <a:avLst/>
          </a:prstGeom>
        </p:spPr>
      </p:pic>
      <p:pic>
        <p:nvPicPr>
          <p:cNvPr id="9" name="Picture 8" descr="A black text with black letters&#10;&#10;AI-generated content may be incorrect.">
            <a:extLst>
              <a:ext uri="{FF2B5EF4-FFF2-40B4-BE49-F238E27FC236}">
                <a16:creationId xmlns:a16="http://schemas.microsoft.com/office/drawing/2014/main" id="{5A8E2970-3032-084A-1F60-2627D1368C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8327" y="1964757"/>
            <a:ext cx="2610214" cy="4763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B6636D-4C43-2076-4541-10B3A39F10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091" y="2525575"/>
            <a:ext cx="1543265" cy="28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31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0B198-B2B4-4973-17A4-FCDC88350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implementation</a:t>
            </a:r>
          </a:p>
        </p:txBody>
      </p:sp>
      <p:pic>
        <p:nvPicPr>
          <p:cNvPr id="4" name="Picture 3" descr="A computer screen with text&#10;&#10;AI-generated content may be incorrect.">
            <a:extLst>
              <a:ext uri="{FF2B5EF4-FFF2-40B4-BE49-F238E27FC236}">
                <a16:creationId xmlns:a16="http://schemas.microsoft.com/office/drawing/2014/main" id="{DF7B57EB-2450-BA1B-1B01-8CE763BD03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53818"/>
            <a:ext cx="10314804" cy="412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86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6C83D-95AD-CBED-7255-66BA1B460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Optimized pseudocode</a:t>
            </a:r>
          </a:p>
        </p:txBody>
      </p:sp>
      <p:pic>
        <p:nvPicPr>
          <p:cNvPr id="4" name="Picture 3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09E7F2E7-91EB-5EEB-FCA5-FB5F2DF01A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211" y="1831882"/>
            <a:ext cx="5020376" cy="4387383"/>
          </a:xfrm>
          <a:prstGeom prst="rect">
            <a:avLst/>
          </a:prstGeom>
        </p:spPr>
      </p:pic>
      <p:pic>
        <p:nvPicPr>
          <p:cNvPr id="6" name="Picture 5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307B0499-72F2-B75F-B49E-E82659EB59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4525" y="2020140"/>
            <a:ext cx="2676899" cy="53347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DAD2936-6614-1C3E-4F35-1E805230B2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6485" y="2396429"/>
            <a:ext cx="1695687" cy="3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2727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D4141-4825-807E-4BAC-41DC2378B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Optimized implementation</a:t>
            </a:r>
          </a:p>
        </p:txBody>
      </p:sp>
      <p:pic>
        <p:nvPicPr>
          <p:cNvPr id="4" name="Picture 3" descr="A computer screen shot of a number&#10;&#10;AI-generated content may be incorrect.">
            <a:extLst>
              <a:ext uri="{FF2B5EF4-FFF2-40B4-BE49-F238E27FC236}">
                <a16:creationId xmlns:a16="http://schemas.microsoft.com/office/drawing/2014/main" id="{31FEDCD0-1FDD-F090-2FC8-6CE6DBDE77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2678" y="1869141"/>
            <a:ext cx="8798227" cy="431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48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A5588-626A-5908-C5D5-610C87A3E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example</a:t>
            </a:r>
          </a:p>
        </p:txBody>
      </p:sp>
      <p:pic>
        <p:nvPicPr>
          <p:cNvPr id="4" name="Picture 3" descr="A grid with black text&#10;&#10;AI-generated content may be incorrect.">
            <a:extLst>
              <a:ext uri="{FF2B5EF4-FFF2-40B4-BE49-F238E27FC236}">
                <a16:creationId xmlns:a16="http://schemas.microsoft.com/office/drawing/2014/main" id="{F94F7849-419E-1650-B237-C97EE59DA9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700" b="22892"/>
          <a:stretch>
            <a:fillRect/>
          </a:stretch>
        </p:blipFill>
        <p:spPr>
          <a:xfrm>
            <a:off x="3975233" y="2016141"/>
            <a:ext cx="3132221" cy="3293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403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Strachey Method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70325"/>
          </a:xfrm>
        </p:spPr>
        <p:txBody>
          <a:bodyPr/>
          <a:lstStyle/>
          <a:p>
            <a:r>
              <a:rPr lang="en-US" dirty="0"/>
              <a:t>When the order is oddly-even (6, 10, 14...)</a:t>
            </a:r>
          </a:p>
          <a:p>
            <a:r>
              <a:rPr lang="en-US" dirty="0"/>
              <a:t>Partition the square matrix into four matrices</a:t>
            </a:r>
          </a:p>
          <a:p>
            <a:r>
              <a:rPr lang="en-US" dirty="0"/>
              <a:t>Perform the Siamese method on each matrix in a certain order</a:t>
            </a:r>
            <a:endParaRPr lang="en-GB" dirty="0"/>
          </a:p>
          <a:p>
            <a:r>
              <a:rPr lang="en-US" dirty="0"/>
              <a:t>Swap certain elements</a:t>
            </a:r>
          </a:p>
        </p:txBody>
      </p:sp>
    </p:spTree>
    <p:extLst>
      <p:ext uri="{BB962C8B-B14F-4D97-AF65-F5344CB8AC3E}">
        <p14:creationId xmlns:p14="http://schemas.microsoft.com/office/powerpoint/2010/main" val="23457548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pseudocode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982" y="1917636"/>
            <a:ext cx="3234638" cy="3772426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0243" y="1939252"/>
            <a:ext cx="3562847" cy="37724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22122" y="2047160"/>
            <a:ext cx="2866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number of operations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022122" y="2431969"/>
                <a:ext cx="2556588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42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60</m:t>
                      </m:r>
                    </m:oMath>
                  </m:oMathPara>
                </a14:m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2122" y="2431969"/>
                <a:ext cx="2556588" cy="3755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8322906" y="3240511"/>
            <a:ext cx="2452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8899849" y="3803849"/>
                <a:ext cx="1688841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b="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9849" y="3803849"/>
                <a:ext cx="1688841" cy="375552"/>
              </a:xfrm>
              <a:prstGeom prst="rect">
                <a:avLst/>
              </a:prstGeom>
              <a:blipFill>
                <a:blip r:embed="rId5"/>
                <a:stretch>
                  <a:fillRect b="-112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8460532" y="4612884"/>
            <a:ext cx="256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Complexity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8937642" y="5046366"/>
                <a:ext cx="989659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b="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7642" y="5046366"/>
                <a:ext cx="989659" cy="37555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83820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Implementation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3444" y="1920038"/>
            <a:ext cx="4925112" cy="619211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3444" y="2539249"/>
            <a:ext cx="4925112" cy="3637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7835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Optimized Pseudocode</a:t>
            </a:r>
            <a:endParaRPr lang="en-GB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96" y="2013945"/>
            <a:ext cx="2772162" cy="2810267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2297" y="1586205"/>
            <a:ext cx="3267531" cy="4244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22122" y="2047160"/>
            <a:ext cx="2866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number of operations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8022122" y="2431969"/>
                <a:ext cx="2556588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73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55</m:t>
                      </m:r>
                    </m:oMath>
                  </m:oMathPara>
                </a14:m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2122" y="2431969"/>
                <a:ext cx="2556588" cy="6109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8322906" y="3240511"/>
            <a:ext cx="2452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8899849" y="3803849"/>
                <a:ext cx="1688841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b="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9849" y="3803849"/>
                <a:ext cx="1688841" cy="375552"/>
              </a:xfrm>
              <a:prstGeom prst="rect">
                <a:avLst/>
              </a:prstGeom>
              <a:blipFill>
                <a:blip r:embed="rId5"/>
                <a:stretch>
                  <a:fillRect b="-112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8937642" y="5046366"/>
                <a:ext cx="989659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b="0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b="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7642" y="5046366"/>
                <a:ext cx="989659" cy="37555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8612932" y="4765284"/>
            <a:ext cx="2567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Complexity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46286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Optimized Implementation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4054" y="1916125"/>
            <a:ext cx="4478608" cy="1195387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4054" y="3111512"/>
            <a:ext cx="4483738" cy="3110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1805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Output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91409"/>
            <a:ext cx="3261587" cy="1189942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225" y="3309825"/>
            <a:ext cx="3225562" cy="126217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439" y="4700475"/>
            <a:ext cx="3500348" cy="123757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734" y="1991409"/>
            <a:ext cx="3713408" cy="131841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9788" y="3438300"/>
            <a:ext cx="3500880" cy="139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3195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ED3BB-1518-10C9-B56B-DB93D0974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scenarios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83AD6E-602C-0D62-63A2-7625801303D9}"/>
              </a:ext>
            </a:extLst>
          </p:cNvPr>
          <p:cNvSpPr txBox="1"/>
          <p:nvPr/>
        </p:nvSpPr>
        <p:spPr>
          <a:xfrm>
            <a:off x="952900" y="1770695"/>
            <a:ext cx="4283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</a:rPr>
              <a:t>Best case: Siamese method</a:t>
            </a:r>
          </a:p>
        </p:txBody>
      </p:sp>
      <p:pic>
        <p:nvPicPr>
          <p:cNvPr id="5" name="Picture 4" descr="A black text with black letters&#10;&#10;AI-generated content may be incorrect.">
            <a:extLst>
              <a:ext uri="{FF2B5EF4-FFF2-40B4-BE49-F238E27FC236}">
                <a16:creationId xmlns:a16="http://schemas.microsoft.com/office/drawing/2014/main" id="{402B7B67-3F5C-4C9E-CD09-607FB9732C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655" y="2219530"/>
            <a:ext cx="2610214" cy="4763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DCCFCF-C98B-9197-E0B2-1242C1CB511A}"/>
              </a:ext>
            </a:extLst>
          </p:cNvPr>
          <p:cNvSpPr txBox="1"/>
          <p:nvPr/>
        </p:nvSpPr>
        <p:spPr>
          <a:xfrm>
            <a:off x="952900" y="2600865"/>
            <a:ext cx="6047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</a:rPr>
              <a:t>Average </a:t>
            </a:r>
            <a:r>
              <a:rPr lang="en-US" dirty="0" err="1">
                <a:latin typeface="Times New Roman" panose="02020603050405020304" pitchFamily="18" charset="0"/>
              </a:rPr>
              <a:t>case:since</a:t>
            </a:r>
            <a:r>
              <a:rPr lang="en-US" dirty="0">
                <a:latin typeface="Times New Roman" panose="02020603050405020304" pitchFamily="18" charset="0"/>
              </a:rPr>
              <a:t> n can be odd, evenly-even or oddly even</a:t>
            </a:r>
          </a:p>
        </p:txBody>
      </p:sp>
      <p:pic>
        <p:nvPicPr>
          <p:cNvPr id="8" name="Picture 7" descr="A black text with black letters&#10;&#10;AI-generated content may be incorrect.">
            <a:extLst>
              <a:ext uri="{FF2B5EF4-FFF2-40B4-BE49-F238E27FC236}">
                <a16:creationId xmlns:a16="http://schemas.microsoft.com/office/drawing/2014/main" id="{8FFF07B2-BA88-F6BB-645D-A624C4F4B1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670" y="2960012"/>
            <a:ext cx="2753109" cy="514422"/>
          </a:xfrm>
          <a:prstGeom prst="rect">
            <a:avLst/>
          </a:prstGeom>
        </p:spPr>
      </p:pic>
      <p:pic>
        <p:nvPicPr>
          <p:cNvPr id="10" name="Picture 9" descr="A graph of data with colored dots and numbers&#10;&#10;AI-generated content may be incorrect.">
            <a:extLst>
              <a:ext uri="{FF2B5EF4-FFF2-40B4-BE49-F238E27FC236}">
                <a16:creationId xmlns:a16="http://schemas.microsoft.com/office/drawing/2014/main" id="{155C7CEB-7F44-8F38-9347-FE829B8D08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0525" y="1846888"/>
            <a:ext cx="3343275" cy="33590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1AA14B-DFB3-9CF8-140B-E5B59C8396E0}"/>
              </a:ext>
            </a:extLst>
          </p:cNvPr>
          <p:cNvSpPr txBox="1"/>
          <p:nvPr/>
        </p:nvSpPr>
        <p:spPr>
          <a:xfrm>
            <a:off x="952900" y="3496010"/>
            <a:ext cx="3066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</a:rPr>
              <a:t>Worst case: starchy method</a:t>
            </a:r>
          </a:p>
        </p:txBody>
      </p:sp>
      <p:pic>
        <p:nvPicPr>
          <p:cNvPr id="13" name="Picture 12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12E32740-1BD4-DFC2-F51B-35B7477E1A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980" y="3914947"/>
            <a:ext cx="2562583" cy="47631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5213715-AEF8-5629-DC0F-9832EC49B4B4}"/>
              </a:ext>
            </a:extLst>
          </p:cNvPr>
          <p:cNvSpPr txBox="1"/>
          <p:nvPr/>
        </p:nvSpPr>
        <p:spPr>
          <a:xfrm>
            <a:off x="901393" y="4391155"/>
            <a:ext cx="43862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</a:rPr>
              <a:t>In all cases the space complexity is o(𝑛^2)</a:t>
            </a:r>
          </a:p>
          <a:p>
            <a:endParaRPr 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67622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10E30-3191-C173-546A-5C38AB1C4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Optimized scenarios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F5DCD6-93AB-1761-5FE1-24EB2CEFE3D5}"/>
              </a:ext>
            </a:extLst>
          </p:cNvPr>
          <p:cNvSpPr txBox="1"/>
          <p:nvPr/>
        </p:nvSpPr>
        <p:spPr>
          <a:xfrm>
            <a:off x="1009650" y="1762125"/>
            <a:ext cx="3028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</a:rPr>
              <a:t>Best case: Siamese method</a:t>
            </a:r>
          </a:p>
          <a:p>
            <a:endParaRPr lang="en-US" dirty="0"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C30E16-4B54-787F-6E04-37B631312BD6}"/>
              </a:ext>
            </a:extLst>
          </p:cNvPr>
          <p:cNvSpPr txBox="1"/>
          <p:nvPr/>
        </p:nvSpPr>
        <p:spPr>
          <a:xfrm>
            <a:off x="1085663" y="2498977"/>
            <a:ext cx="6124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</a:rPr>
              <a:t>Average </a:t>
            </a:r>
            <a:r>
              <a:rPr lang="en-US" dirty="0" err="1">
                <a:latin typeface="Times New Roman" panose="02020603050405020304" pitchFamily="18" charset="0"/>
              </a:rPr>
              <a:t>case:since</a:t>
            </a:r>
            <a:r>
              <a:rPr lang="en-US" dirty="0">
                <a:latin typeface="Times New Roman" panose="02020603050405020304" pitchFamily="18" charset="0"/>
              </a:rPr>
              <a:t> n can be odd, evenly-even or oddly even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30A767-D2D1-25D2-3D7B-38990CA98FE7}"/>
              </a:ext>
            </a:extLst>
          </p:cNvPr>
          <p:cNvSpPr txBox="1"/>
          <p:nvPr/>
        </p:nvSpPr>
        <p:spPr>
          <a:xfrm>
            <a:off x="1085663" y="3343138"/>
            <a:ext cx="5848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</a:rPr>
              <a:t>Worst case: starchy method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C9EE079-DA15-09F9-D205-E4A7185D3E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650" y="2182375"/>
            <a:ext cx="2591162" cy="352474"/>
          </a:xfrm>
          <a:prstGeom prst="rect">
            <a:avLst/>
          </a:prstGeom>
        </p:spPr>
      </p:pic>
      <p:pic>
        <p:nvPicPr>
          <p:cNvPr id="13" name="Picture 12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1FB389B0-B83E-805F-EF57-F5951C12FC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663" y="2839833"/>
            <a:ext cx="2686425" cy="51442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AE5CC6C-450E-41F0-794B-5323B75435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663" y="3739562"/>
            <a:ext cx="2810267" cy="447737"/>
          </a:xfrm>
          <a:prstGeom prst="rect">
            <a:avLst/>
          </a:prstGeom>
        </p:spPr>
      </p:pic>
      <p:pic>
        <p:nvPicPr>
          <p:cNvPr id="17" name="Picture 16" descr="A graph with red blue and green dots&#10;&#10;AI-generated content may be incorrect.">
            <a:extLst>
              <a:ext uri="{FF2B5EF4-FFF2-40B4-BE49-F238E27FC236}">
                <a16:creationId xmlns:a16="http://schemas.microsoft.com/office/drawing/2014/main" id="{EF54E4AE-CF74-D965-573C-9C34B1C5EE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5925" y="2019605"/>
            <a:ext cx="3028948" cy="368587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7985B22-3EA0-891C-B0E9-3CC5AFBE8698}"/>
              </a:ext>
            </a:extLst>
          </p:cNvPr>
          <p:cNvSpPr txBox="1"/>
          <p:nvPr/>
        </p:nvSpPr>
        <p:spPr>
          <a:xfrm>
            <a:off x="914119" y="4449545"/>
            <a:ext cx="4533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</a:rPr>
              <a:t>In all cases the space complexity is o(𝑛^2)</a:t>
            </a:r>
          </a:p>
        </p:txBody>
      </p:sp>
    </p:spTree>
    <p:extLst>
      <p:ext uri="{BB962C8B-B14F-4D97-AF65-F5344CB8AC3E}">
        <p14:creationId xmlns:p14="http://schemas.microsoft.com/office/powerpoint/2010/main" val="32391318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9D812-2B4A-E84D-2DB3-F8CA8485B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Scenarios comparison</a:t>
            </a:r>
          </a:p>
        </p:txBody>
      </p:sp>
      <p:pic>
        <p:nvPicPr>
          <p:cNvPr id="4" name="Picture 3" descr="A graph of a function&#10;&#10;AI-generated content may be incorrect.">
            <a:extLst>
              <a:ext uri="{FF2B5EF4-FFF2-40B4-BE49-F238E27FC236}">
                <a16:creationId xmlns:a16="http://schemas.microsoft.com/office/drawing/2014/main" id="{E1E24AC3-E859-7DD2-AD29-E9CF047EDA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8378" y="1280691"/>
            <a:ext cx="4931214" cy="4728224"/>
          </a:xfrm>
          <a:prstGeom prst="rect">
            <a:avLst/>
          </a:prstGeom>
        </p:spPr>
      </p:pic>
      <p:pic>
        <p:nvPicPr>
          <p:cNvPr id="6" name="Picture 5" descr="A graph of different sizes and colors&#10;&#10;AI-generated content may be incorrect.">
            <a:extLst>
              <a:ext uri="{FF2B5EF4-FFF2-40B4-BE49-F238E27FC236}">
                <a16:creationId xmlns:a16="http://schemas.microsoft.com/office/drawing/2014/main" id="{255212C9-E473-9EFB-07AF-3B2D179918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38083"/>
            <a:ext cx="6468378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8604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E1EA0-D61E-ACA3-8C9B-020F85C09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C96C74-3CA4-F137-A2F9-955906395AB1}"/>
              </a:ext>
            </a:extLst>
          </p:cNvPr>
          <p:cNvSpPr txBox="1"/>
          <p:nvPr/>
        </p:nvSpPr>
        <p:spPr>
          <a:xfrm>
            <a:off x="838200" y="2100128"/>
            <a:ext cx="80244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empirical analysis shows the optimized algorithm creates a magic square faster than the naïve one, demonstrating that reducing operations can improve efficiency even without better time complexity.</a:t>
            </a:r>
          </a:p>
        </p:txBody>
      </p:sp>
    </p:spTree>
    <p:extLst>
      <p:ext uri="{BB962C8B-B14F-4D97-AF65-F5344CB8AC3E}">
        <p14:creationId xmlns:p14="http://schemas.microsoft.com/office/powerpoint/2010/main" val="35729692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F2763-6111-413D-7796-A5A1E351F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1232" y="2537618"/>
            <a:ext cx="10515600" cy="1325563"/>
          </a:xfrm>
        </p:spPr>
        <p:txBody>
          <a:bodyPr>
            <a:normAutofit/>
          </a:bodyPr>
          <a:lstStyle/>
          <a:p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7791243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64</TotalTime>
  <Words>458</Words>
  <Application>Microsoft Office PowerPoint</Application>
  <PresentationFormat>Widescreen</PresentationFormat>
  <Paragraphs>100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Aptos</vt:lpstr>
      <vt:lpstr>Arial</vt:lpstr>
      <vt:lpstr>Calibri</vt:lpstr>
      <vt:lpstr>Cambria Math</vt:lpstr>
      <vt:lpstr>Times New Roman</vt:lpstr>
      <vt:lpstr>Timp</vt:lpstr>
      <vt:lpstr>Wingdings</vt:lpstr>
      <vt:lpstr>Retrospect</vt:lpstr>
      <vt:lpstr>Magic Square CS315 – Group: 6670 Semester: 471 </vt:lpstr>
      <vt:lpstr>What is a magic square?</vt:lpstr>
      <vt:lpstr>Problem</vt:lpstr>
      <vt:lpstr>Siamese Method: </vt:lpstr>
      <vt:lpstr>Naïve Pseudocode   </vt:lpstr>
      <vt:lpstr>PowerPoint Presentation</vt:lpstr>
      <vt:lpstr>Optimized Pseudocode</vt:lpstr>
      <vt:lpstr>PowerPoint Presentation</vt:lpstr>
      <vt:lpstr>PowerPoint Presentation</vt:lpstr>
      <vt:lpstr>Exchange method</vt:lpstr>
      <vt:lpstr>Naïve pseudocode</vt:lpstr>
      <vt:lpstr>Naïve implementation</vt:lpstr>
      <vt:lpstr>Optimized pseudocode</vt:lpstr>
      <vt:lpstr>Optimized implementation</vt:lpstr>
      <vt:lpstr>Output example</vt:lpstr>
      <vt:lpstr>Strachey Method</vt:lpstr>
      <vt:lpstr>Naïve pseudocode</vt:lpstr>
      <vt:lpstr>Naïve Implementation</vt:lpstr>
      <vt:lpstr>Optimized Pseudocode</vt:lpstr>
      <vt:lpstr>Optimized Implementation</vt:lpstr>
      <vt:lpstr>Example Output</vt:lpstr>
      <vt:lpstr>Naïve scenarios</vt:lpstr>
      <vt:lpstr>Optimized scenarios</vt:lpstr>
      <vt:lpstr>Scenarios comparison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Abdullah</dc:creator>
  <cp:lastModifiedBy>Mohammed Abdullah</cp:lastModifiedBy>
  <cp:revision>1</cp:revision>
  <dcterms:created xsi:type="dcterms:W3CDTF">2025-12-16T05:38:37Z</dcterms:created>
  <dcterms:modified xsi:type="dcterms:W3CDTF">2025-12-16T06:43:03Z</dcterms:modified>
</cp:coreProperties>
</file>